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4</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2"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3"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4"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5"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6 of 9 · 3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by Zarlish today; Shayan T is reviewing them and Zarlish shares them with Joseph next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Delivered · in review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LTSF products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 · ongoing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Per-SKU PPC actions on the products carrying long-term storage fees, alongside the audit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LTSF update sent to Erik on 30 Sep, alongside the S6 review and the engine feedback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Update sent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Zarlish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Shayan T and Zarlish launch the campaigns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Prime Big Deal Days</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Bamboo ranking push</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 · reads 10–14 Oct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CooLinens Pillowcase</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 with 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Daily · read Fri, Oct 9</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Audit cycle</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All three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 cycle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Engine feedback &amp; register</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Zarlish with 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reviews, Zarlish shares the feedback and register with Joseph, then the register moves to changed-findings-only and Section 7, Q1 and Q3 are signed off</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Share soon · sign-off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Other campaign types</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LTSF products</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Act on Erik's reply to the 30 Sep LTSF update and keep the per-SKU actions running on the LTSF products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P1</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Stabilisation proposal</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LTSF products, the consolidated engine register and the Friday read, and the CooLinens Pillowcase campaigns with Shayan T.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2026-10-02T13:46:03Z</dcterms:created>
  <dcterms:modified xsi:type="dcterms:W3CDTF">2026-10-02T13:46:03Z</dcterms:modified>
</cp:coreProperties>
</file>