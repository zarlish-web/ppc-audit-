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236976"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236976"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2962656" y="4370832"/>
            <a:ext cx="9144" cy="694944"/>
          </a:xfrm>
          <a:prstGeom prst="rect">
            <a:avLst/>
          </a:prstGeom>
          <a:solidFill>
            <a:srgbClr val="2C5A78"/>
          </a:solidFill>
          <a:ln/>
        </p:spPr>
      </p:sp>
      <p:sp>
        <p:nvSpPr>
          <p:cNvPr id="14" name="Text 12"/>
          <p:cNvSpPr txBox="1"/>
          <p:nvPr/>
        </p:nvSpPr>
        <p:spPr>
          <a:xfrm>
            <a:off x="5330952"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53309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5056632" y="4370832"/>
            <a:ext cx="9144" cy="694944"/>
          </a:xfrm>
          <a:prstGeom prst="rect">
            <a:avLst/>
          </a:prstGeom>
          <a:solidFill>
            <a:srgbClr val="2C5A78"/>
          </a:solidFill>
          <a:ln/>
        </p:spPr>
      </p:sp>
      <p:sp>
        <p:nvSpPr>
          <p:cNvPr id="17" name="Text 15"/>
          <p:cNvSpPr txBox="1"/>
          <p:nvPr/>
        </p:nvSpPr>
        <p:spPr>
          <a:xfrm>
            <a:off x="7424928"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1</a:t>
            </a:r>
            <a:endParaRPr lang="en-US" sz="3600" dirty="0"/>
          </a:p>
        </p:txBody>
      </p:sp>
      <p:sp>
        <p:nvSpPr>
          <p:cNvPr id="18" name="Text 16"/>
          <p:cNvSpPr txBox="1"/>
          <p:nvPr/>
        </p:nvSpPr>
        <p:spPr>
          <a:xfrm>
            <a:off x="742492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7150608" y="4370832"/>
            <a:ext cx="9144" cy="694944"/>
          </a:xfrm>
          <a:prstGeom prst="rect">
            <a:avLst/>
          </a:prstGeom>
          <a:solidFill>
            <a:srgbClr val="2C5A78"/>
          </a:solidFill>
          <a:ln/>
        </p:spPr>
      </p:sp>
      <p:sp>
        <p:nvSpPr>
          <p:cNvPr id="20" name="Text 18"/>
          <p:cNvSpPr txBox="1"/>
          <p:nvPr/>
        </p:nvSpPr>
        <p:spPr>
          <a:xfrm>
            <a:off x="9518904" y="4261104"/>
            <a:ext cx="1783080" cy="548640"/>
          </a:xfrm>
          <a:prstGeom prst="rect">
            <a:avLst/>
          </a:prstGeom>
          <a:noFill/>
          <a:ln/>
        </p:spPr>
        <p:txBody>
          <a:bodyPr wrap="square" lIns="0" tIns="0" rIns="0" bIns="0" rtlCol="0" anchor="ctr"/>
          <a:lstStyle/>
          <a:p>
            <a:pPr indent="0" marL="0">
              <a:buNone/>
            </a:pPr>
            <a:r>
              <a:rPr lang="en-US" sz="3600" b="1" dirty="0">
                <a:solidFill>
                  <a:srgbClr val="C9AEE0"/>
                </a:solidFill>
                <a:latin typeface="Cambria" pitchFamily="34" charset="0"/>
                <a:ea typeface="Cambria" pitchFamily="34" charset="-122"/>
                <a:cs typeface="Cambria" pitchFamily="34" charset="-120"/>
              </a:rPr>
              <a:t>0 of 4</a:t>
            </a:r>
            <a:endParaRPr lang="en-US" sz="3600" dirty="0"/>
          </a:p>
        </p:txBody>
      </p:sp>
      <p:sp>
        <p:nvSpPr>
          <p:cNvPr id="21" name="Text 19"/>
          <p:cNvSpPr txBox="1"/>
          <p:nvPr/>
        </p:nvSpPr>
        <p:spPr>
          <a:xfrm>
            <a:off x="951890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Cadence logged</a:t>
            </a:r>
            <a:endParaRPr lang="en-US" sz="1300" dirty="0"/>
          </a:p>
        </p:txBody>
      </p:sp>
      <p:sp>
        <p:nvSpPr>
          <p:cNvPr id="22" name="Shape 20"/>
          <p:cNvSpPr/>
          <p:nvPr/>
        </p:nvSpPr>
        <p:spPr>
          <a:xfrm>
            <a:off x="9244584" y="4370832"/>
            <a:ext cx="9144" cy="694944"/>
          </a:xfrm>
          <a:prstGeom prst="rect">
            <a:avLst/>
          </a:prstGeom>
          <a:solidFill>
            <a:srgbClr val="2C5A78"/>
          </a:solidFill>
          <a:ln/>
        </p:spPr>
      </p:sp>
      <p:sp>
        <p:nvSpPr>
          <p:cNvPr id="23" name="Shape 21"/>
          <p:cNvSpPr/>
          <p:nvPr/>
        </p:nvSpPr>
        <p:spPr>
          <a:xfrm>
            <a:off x="868680" y="5577840"/>
            <a:ext cx="10469880" cy="859536"/>
          </a:xfrm>
          <a:prstGeom prst="roundRect">
            <a:avLst>
              <a:gd name="adj" fmla="val 5319"/>
            </a:avLst>
          </a:prstGeom>
          <a:solidFill>
            <a:srgbClr val="FFFFFF"/>
          </a:solidFill>
          <a:ln/>
        </p:spPr>
      </p:sp>
      <p:pic>
        <p:nvPicPr>
          <p:cNvPr id="24"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5"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6"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7"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8"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Nine-product 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 · weekly cycle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6 of 9 · 3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corrections &amp; feedback</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Joseph with PPC review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 (B4, B6)</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Plans final</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Process deliverables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Due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 launch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and PPC launches with it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Launching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Cadence &amp; daily oversight</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owners · daily · 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spend check on the top 20% of campaigns, Tuesday to Friday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huddles ran. No spend-check or change-log records posted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9C3D31"/>
                          </a:solidFill>
                          <a:latin typeface="Calibri" pitchFamily="34" charset="0"/>
                          <a:ea typeface="Calibri" pitchFamily="34" charset="-122"/>
                          <a:cs typeface="Calibri" pitchFamily="34" charset="-120"/>
                        </a:rPr>
                        <a:t>0 of 4 logged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AE9E6"/>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Prime Big Deal Days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 · reads 10–14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 read Fri, Oct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register</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Move the register to changed-findings-only and get Section 7, Q1 and Q3 signed off</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Other campaign types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 · launch TBC Mon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30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Stabilisation proposal</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Oversight &amp; onboarding</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owners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Log the daily spend checks, and run Ivan's first full week with EOD outputs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29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Ivan</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Onboarding · from 2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Foundation on catalog, products and process. EOD output daily: done, next, blockers, questions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EOD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2026-10-02T13:32:48Z</dcterms:created>
  <dcterms:modified xsi:type="dcterms:W3CDTF">2026-10-02T13:32:48Z</dcterms:modified>
</cp:coreProperties>
</file>