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ECOTERO BRANDS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60350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3B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OPERATIONS   ·   WEEKLY REVIEW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863840" y="566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Zarlish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863840" y="8595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6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week 1 · Friday review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969264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PPC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5798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3B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of September 28 to October 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6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 ranking plans for B4 and B6 are final and wait on three sign-offs. Prime Big Deal Days on 6–7 Oct is the first test of the week ahead.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4114800"/>
            <a:ext cx="10469880" cy="1207008"/>
          </a:xfrm>
          <a:prstGeom prst="rect">
            <a:avLst/>
          </a:prstGeom>
          <a:solidFill>
            <a:srgbClr val="1B3E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42611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FC4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48463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36976" y="42611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236976" y="48463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962656" y="4370832"/>
            <a:ext cx="9144" cy="694944"/>
          </a:xfrm>
          <a:prstGeom prst="rect">
            <a:avLst/>
          </a:prstGeom>
          <a:solidFill>
            <a:srgbClr val="2C5A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30952" y="42611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C0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5330952" y="48463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56632" y="4370832"/>
            <a:ext cx="9144" cy="694944"/>
          </a:xfrm>
          <a:prstGeom prst="rect">
            <a:avLst/>
          </a:prstGeom>
          <a:solidFill>
            <a:srgbClr val="2C5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24928" y="42611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090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7424928" y="48463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50608" y="4370832"/>
            <a:ext cx="9144" cy="694944"/>
          </a:xfrm>
          <a:prstGeom prst="rect">
            <a:avLst/>
          </a:prstGeom>
          <a:solidFill>
            <a:srgbClr val="2C5A7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18904" y="42611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E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of 4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518904" y="48463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D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logged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244584" y="4370832"/>
            <a:ext cx="9144" cy="694944"/>
          </a:xfrm>
          <a:prstGeom prst="rect">
            <a:avLst/>
          </a:prstGeom>
          <a:solidFill>
            <a:srgbClr val="2C5A78"/>
          </a:solidFill>
          <a:ln/>
        </p:spPr>
      </p:sp>
      <p:sp>
        <p:nvSpPr>
          <p:cNvPr id="23" name="Shape 21"/>
          <p:cNvSpPr/>
          <p:nvPr/>
        </p:nvSpPr>
        <p:spPr>
          <a:xfrm>
            <a:off x="868680" y="5577840"/>
            <a:ext cx="10469880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5824728"/>
            <a:ext cx="1572768" cy="374904"/>
          </a:xfrm>
          <a:prstGeom prst="rect">
            <a:avLst/>
          </a:prstGeom>
        </p:spPr>
      </p:pic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5824728"/>
            <a:ext cx="1719072" cy="374904"/>
          </a:xfrm>
          <a:prstGeom prst="rect">
            <a:avLst/>
          </a:prstGeom>
        </p:spPr>
      </p:pic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376" y="5879592"/>
            <a:ext cx="1609344" cy="256032"/>
          </a:xfrm>
          <a:prstGeom prst="rect">
            <a:avLst/>
          </a:prstGeom>
        </p:spPr>
      </p:pic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5696712"/>
            <a:ext cx="731520" cy="612648"/>
          </a:xfrm>
          <a:prstGeom prst="rect">
            <a:avLst/>
          </a:prstGeom>
        </p:spPr>
      </p:pic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5696712"/>
            <a:ext cx="576072" cy="6217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  ·   ALL BRANDS   ·   WEEK OF SEPTEMBER 28 TO OCTOBER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versus plan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274320"/>
            <a:ext cx="1435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4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6382512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· Sep 28–Oct 2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1036808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3995928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WAS 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ACTUALLY HAPPENED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Nine-product audit 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· weekly cycle · 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nine audited, reviewed by all three and executed through the app. Bamboo Monday, the rest Tuesday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 posted on six: B4, B6, S4, S6, Satin Fitted, SS-S4. Cooling Sheets 4-PC drafted today. Bamboo Fitted and Cooling Fitted not posted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4A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of 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0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corrections &amp; feedback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Joseph with PPC review · 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consolidated note per product to Joseph, engine fixed and the audits re-run on the corrections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B4 and B6 corrections applied and re-audited 29 Sep, the first clean 218/218 pass. Engine feedback doc and issue register delivered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B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Bamboo ranking push (B4, B6)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 with Joseph · 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ranking plan per listing, matched to Joseph's keyword story and plan of attack, before the pushes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of attack shared 1 Oct. B4 and B6 plans finalised 2 Oct: B4 follows its start dates and colours by size; B6 replaces the 30 Sep plan. Erik's 2 Oct points built 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B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deliverables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 · one-off · 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Campaign-type list Wednesday, ad-type framework Friday, stabilisation proposal by end of week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circulated. SB, SBV and SD campaigns are built but held for creative, so the 1 Oct API launch did not happen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3D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9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CooLinens Pillowcase launch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 · one-off · 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PPC launch strategy delivered Monday 28 Sep for the launch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plan shared the same day. PAT additions asked of Shayan 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76B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Cadence &amp; daily oversight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owners · daily · P1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spend check on the top 20% of campaigns, Tuesday to Friday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huddles ran. No spend-check or change-log records posted. Monday meeting dropped; two Joseph calls cancelled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3D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4 logged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9E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6035040"/>
            <a:ext cx="1103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#ppc-internal-channel, #ppc-managers-only, #amazon-ppc (Keyword Story thread) and #ppc-leadership, 28 Sep to 2 Oct, read against the PPC Weekly Plan v5 of 28 Sep · pulled 2026-10-02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  ·   BAMBOO   ·   B4 AND B6 RANKING PLANS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Bamboo ranking push: done and next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274320"/>
            <a:ext cx="1435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4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6382512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· Sep 28–Oct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5321808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6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  </a:t>
            </a:r>
            <a:pPr indent="0" marL="0">
              <a:buNone/>
            </a:pPr>
            <a:r>
              <a:rPr lang="en-US" sz="140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 Sheets, 4 Piece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9339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50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keywords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130552" y="199339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$1,200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130552" y="2450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 day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392424" y="199339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$59.8K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392424" y="2450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weeks to 3 Dec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654296" y="199339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3D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−$1,975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654296" y="2450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result, ads only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292608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by size as in the plan of attack: Queen and general 2 Oct, Full about 9 Oct, King about 13 Oct; head terms from the 16 Oct deal (Queen head 27 Oct)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16–25% of sales; about $440 a day of organic profit at goal repays the ad loss in about 4 days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36208" y="1481328"/>
            <a:ext cx="5321808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BFCAD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64808" y="16002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6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  </a:t>
            </a:r>
            <a:pPr indent="0" marL="0">
              <a:buNone/>
            </a:pPr>
            <a:r>
              <a:rPr lang="en-US" sz="140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 Sheets, 6 Piece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199339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450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keywords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199339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$830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2450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 day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988552" y="199339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$50.3K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8988552" y="2450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weeks to 3 Dec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250424" y="1993392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6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+$3,011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10250424" y="24505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result, ads only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292608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1 (King and Queen compounds) 1 Oct; Batch 2 18 Oct if Batch 1 holds; Queen head when Queen White is receiving (30 Oct cautious, 9 Oct if early)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12–17% of sales, under B6's 25% ceiling; replaces the 30 Sep B6 plan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4681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46304" cy="146304"/>
          </a:xfrm>
          <a:prstGeom prst="ellipse">
            <a:avLst/>
          </a:prstGeom>
          <a:solidFill>
            <a:srgbClr val="176B41"/>
          </a:solidFill>
          <a:ln/>
        </p:spPr>
      </p:sp>
      <p:sp>
        <p:nvSpPr>
          <p:cNvPr id="30" name="Shape 28"/>
          <p:cNvSpPr/>
          <p:nvPr/>
        </p:nvSpPr>
        <p:spPr>
          <a:xfrm>
            <a:off x="822960" y="5102352"/>
            <a:ext cx="2002536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248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 Oct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55229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Big Deal Days: budgets 1.5×, bids hold, not read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2072" y="5029200"/>
            <a:ext cx="146304" cy="146304"/>
          </a:xfrm>
          <a:prstGeom prst="ellipse">
            <a:avLst/>
          </a:prstGeom>
          <a:solidFill>
            <a:srgbClr val="176B41"/>
          </a:solidFill>
          <a:ln/>
        </p:spPr>
      </p:sp>
      <p:sp>
        <p:nvSpPr>
          <p:cNvPr id="34" name="Shape 32"/>
          <p:cNvSpPr/>
          <p:nvPr/>
        </p:nvSpPr>
        <p:spPr>
          <a:xfrm>
            <a:off x="3044952" y="5102352"/>
            <a:ext cx="2002536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862072" y="5248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11 Oct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862072" y="55229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Day-7 reads: B6, then B4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84064" y="5029200"/>
            <a:ext cx="146304" cy="146304"/>
          </a:xfrm>
          <a:prstGeom prst="ellipse">
            <a:avLst/>
          </a:prstGeom>
          <a:solidFill>
            <a:srgbClr val="176B41"/>
          </a:solidFill>
          <a:ln/>
        </p:spPr>
      </p:sp>
      <p:sp>
        <p:nvSpPr>
          <p:cNvPr id="38" name="Shape 36"/>
          <p:cNvSpPr/>
          <p:nvPr/>
        </p:nvSpPr>
        <p:spPr>
          <a:xfrm>
            <a:off x="5266944" y="5102352"/>
            <a:ext cx="2002536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84064" y="5248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084064" y="55229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60-click trial reads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306056" y="5029200"/>
            <a:ext cx="146304" cy="146304"/>
          </a:xfrm>
          <a:prstGeom prst="ellipse">
            <a:avLst/>
          </a:prstGeom>
          <a:solidFill>
            <a:srgbClr val="176B41"/>
          </a:solidFill>
          <a:ln/>
        </p:spPr>
      </p:sp>
      <p:sp>
        <p:nvSpPr>
          <p:cNvPr id="42" name="Shape 40"/>
          <p:cNvSpPr/>
          <p:nvPr/>
        </p:nvSpPr>
        <p:spPr>
          <a:xfrm>
            <a:off x="7488936" y="5102352"/>
            <a:ext cx="2002536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06056" y="5248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Oct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306056" y="55229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B6 Batch 2 starts if Batch 1 holds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528048" y="5029200"/>
            <a:ext cx="146304" cy="146304"/>
          </a:xfrm>
          <a:prstGeom prst="ellipse">
            <a:avLst/>
          </a:prstGeom>
          <a:solidFill>
            <a:srgbClr val="176B4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528048" y="5248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Nov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528048" y="55229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Friday week: budgets 2×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6035040"/>
            <a:ext cx="1103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with exact keywords only; reads count clean days, so deal days never flatter a keyword. Plans: Bamboo_Ranking_Plan_B4.docx and _B6.docx, with the Docs and explainer pages.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  ·   WEEK OF SEPTEMBER 28 TO OCTOBER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Blockers and help needed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274320"/>
            <a:ext cx="1435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4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6382512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· Sep 28–Oct 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1036808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  <a:gridCol w="1417320"/>
                <a:gridCol w="3081528"/>
                <a:gridCol w="1143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 COSTING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MUST 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BY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 Big Deal Days is four days out with no PPC plan outside Bamboo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deal-day budget or bid stance; the S4 deal shows 10 issues. Bamboo plans set theirs: budgets 1.5×, bids 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T, Joseph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the deal-day budget today and clear the S4 deal issues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Today, Oct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set its own budget rules on about 20% of campaigns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Bids rise 50% over the event on campaigns we did not pick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line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Sweep every Dynamic Up-and-Down campaign and strip the rules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Today, Oct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Bamboo push needs sign-offs before its first reads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B4 runs at 22–25% of sales 30 Oct–19 Nov if heads stay on; reads run against goals the system does not 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Erik, Joseph, Operations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Erik: spend above 20%, heads between deals, cooling timing. Joseph: goals in Target Setting. Ops: Queen and Full White 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Bamboo ownership is unresolved between Rana and Taquie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member plan names Rana; Joseph asked for Taquie on 28 Sep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Erik with Joseph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 it Monday and reissue the member plan against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sign-offs and Q1 to Q8 are still open with Joseph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7 rules and the new thresholds cannot be applied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Joseph, Erik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 the register in one sitting and sign off each item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681728"/>
            <a:ext cx="11036808" cy="1078992"/>
          </a:xfrm>
          <a:prstGeom prst="roundRect">
            <a:avLst>
              <a:gd name="adj" fmla="val 5085"/>
            </a:avLst>
          </a:prstGeom>
          <a:solidFill>
            <a:srgbClr val="FBF3E4"/>
          </a:solidFill>
          <a:ln w="9525">
            <a:solidFill>
              <a:srgbClr val="D2B88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47548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 OPEN ITEMS CARRIED INTO NEXT WEEK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99262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 Fitted audit feedback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 Fitted audit feedback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 Sheets 4-PC feedback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Campaign-type list + screenshot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Ad-type framework document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499262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Stabilisation proposal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for 14 held campaigns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Conquest PAT test staging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negative-keyword changes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BAMBOO-KING-WHITE dark campaign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499262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to Q8 engine decisions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rules sign-off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Day deal-day budget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deal issues (10)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budget-rule sweep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961120" y="499262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Bamboo audits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 push sign-offs (Erik)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E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Bamboo rank goals in Target Setting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5852160"/>
            <a:ext cx="1103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cross-functional blocker this week: the held SB, SBV and SD campaigns need creative from Design before they can go live. Shipment Tracker rows USA237, 238, 241 and 251 sit with IP — Forecasting.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  ·   WEEK OF OCTOBER 5 TO 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274320"/>
            <a:ext cx="1435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4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6382512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· Oct 5–9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1036808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4846320"/>
                <a:gridCol w="1600200"/>
                <a:gridCol w="777240"/>
                <a:gridCol w="12984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WILL 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WHEN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CARRYOVER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 Big Deal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the Oct 6–7 event: deal-day budgets live, Amazon's own budget rules stripped, S4 deal issues cleared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— new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Bamboo ranking push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 with Joseph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the sign-offs, write the rank goals to Target Setting and go live; day-7 reads 10 Oct (B6) and 11 Oct (B4), first 60-click trial reads 14 Oct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 · reads 10–14 Oct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— new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Bamboo Fitted, Cooling Fitted and Cooling Sheets 4-PC, then run the next cycle on all nine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— since Sep 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register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Zarlish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the register to changed-findings-only and get Section 7, Q1 and Q3 signed 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— since Oct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campaign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 creative for the held SB, SBV and SD campaigns, then launch them through the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TBC Mon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— since Sep 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Stabilisation proposal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catalog prioritisation, team structure, the finalised cadence and the development 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— since Oct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Oversight &amp; onboarding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owners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the daily spend checks, and run Ivan's first full week with EOD outputs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Mon, Oct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— since Sep 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6035040"/>
            <a:ext cx="1103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fails the cycle if it slips.   ·   Dates marked TBC are set at Monday's alignment, not assumed here.   ·   Bamboo plan start dates of 1–2 Oct move to the sign-off date; reads move with them.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  ·   DEPARTMENT OPERATING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274320"/>
            <a:ext cx="1435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4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6382512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· Sep 28–Oct 2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1036808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4846320"/>
                <a:gridCol w="1371600"/>
                <a:gridCol w="1097280"/>
                <a:gridCol w="12070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RHYTHM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RUNS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LOGGED 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 check on the top 20% of each owner's campaigns, manual changes logged with expected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owners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Tue–Fri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Bamboo push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Spend, rank and stock check on every pushed keyword; reads on clean days only, deal days not read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check-in across the three members on what changed and what is blocked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Huddle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 through the app, full review by all three, Bamboo feedback shared and executed the same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Managers 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Tuesday–Wednesday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Consolidated feedback on the remaining products, executed by Joseph on Tuesday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Tue–Wed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+ register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Thursday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Tuning run on Monday's changes, reviewed by all three, executed by Joseph. Bamboo margin reset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Thursday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of where each product stands, manual adjustments, this deck, oversight feedback to Joseph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Zarlish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6035040"/>
            <a:ext cx="1103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full for the first time this week.   ·   The Monday meeting was dropped and two Joseph calls were cancelled; Tuesday and Friday are the standing slots.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D4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  ·   DEPARTMENT OPERATING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directions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274320"/>
            <a:ext cx="1435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CE4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6382512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PPC · Sep 28–Oct 2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1036808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4846320"/>
                <a:gridCol w="1463040"/>
                <a:gridCol w="1097280"/>
                <a:gridCol w="11155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 FOR THIS CYCLE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150" kern="0" dirty="0">
                          <a:solidFill>
                            <a:srgbClr val="3D48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ESCALATES 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64008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C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Taquie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 lead · Cooling · 2 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the cycle and Joseph coordination, the campaign-type list, the ad-type framework, the proposal, Prime Day and the B4/B6 ranking push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+ Mon + Fri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Erik &amp; Joseph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Rana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Bamboo · 3 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Bamboo daily work and the Canada deals, app-side feedback Friday. Bamboo ownership is 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+ per 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Zarlish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Satin · 4 lines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Satin daily work, the consolidated engine register and the Friday read. Register goes changed-only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+ Friday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engine · outside PPC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the nine audits, execute agreed changes through the app, sign off Section 7, Q1 and Q3, and write the Bamboo rank goals to Target 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· from 2 Oct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 on catalog, products and process. EOD output daily: done, next, blockers, questions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EOD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department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E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for every audit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review every audit in full. Nothing executes that a reviewer has not signed 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Shayan 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C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0080" y="6035040"/>
            <a:ext cx="11036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counts are the daily-manual-work owners in the PPC Weekly Plan v5 of 28 Sep.   ·   Bamboo ownership is open with Joseph and Erik.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Ecotero Brands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PPC Weekly Review, Sep 28 to Oct 2</dc:title>
  <dc:subject>PptxGenJS Presentation</dc:subject>
  <dc:creator>Zarlish</dc:creator>
  <cp:lastModifiedBy>Zarlish</cp:lastModifiedBy>
  <cp:revision>1</cp:revision>
  <dcterms:created xsi:type="dcterms:W3CDTF">2026-10-02T13:20:24Z</dcterms:created>
  <dcterms:modified xsi:type="dcterms:W3CDTF">2026-10-02T13:20:24Z</dcterms:modified>
</cp:coreProperties>
</file>