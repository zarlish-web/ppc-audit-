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236976"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236976"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2962656" y="4370832"/>
            <a:ext cx="9144" cy="694944"/>
          </a:xfrm>
          <a:prstGeom prst="rect">
            <a:avLst/>
          </a:prstGeom>
          <a:solidFill>
            <a:srgbClr val="2C5A78"/>
          </a:solidFill>
          <a:ln/>
        </p:spPr>
      </p:sp>
      <p:sp>
        <p:nvSpPr>
          <p:cNvPr id="14" name="Text 12"/>
          <p:cNvSpPr txBox="1"/>
          <p:nvPr/>
        </p:nvSpPr>
        <p:spPr>
          <a:xfrm>
            <a:off x="5330952"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53309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5056632" y="4370832"/>
            <a:ext cx="9144" cy="694944"/>
          </a:xfrm>
          <a:prstGeom prst="rect">
            <a:avLst/>
          </a:prstGeom>
          <a:solidFill>
            <a:srgbClr val="2C5A78"/>
          </a:solidFill>
          <a:ln/>
        </p:spPr>
      </p:sp>
      <p:sp>
        <p:nvSpPr>
          <p:cNvPr id="17" name="Text 15"/>
          <p:cNvSpPr txBox="1"/>
          <p:nvPr/>
        </p:nvSpPr>
        <p:spPr>
          <a:xfrm>
            <a:off x="7424928"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1</a:t>
            </a:r>
            <a:endParaRPr lang="en-US" sz="3600" dirty="0"/>
          </a:p>
        </p:txBody>
      </p:sp>
      <p:sp>
        <p:nvSpPr>
          <p:cNvPr id="18" name="Text 16"/>
          <p:cNvSpPr txBox="1"/>
          <p:nvPr/>
        </p:nvSpPr>
        <p:spPr>
          <a:xfrm>
            <a:off x="742492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7150608" y="4370832"/>
            <a:ext cx="9144" cy="694944"/>
          </a:xfrm>
          <a:prstGeom prst="rect">
            <a:avLst/>
          </a:prstGeom>
          <a:solidFill>
            <a:srgbClr val="2C5A78"/>
          </a:solidFill>
          <a:ln/>
        </p:spPr>
      </p:sp>
      <p:sp>
        <p:nvSpPr>
          <p:cNvPr id="20" name="Text 18"/>
          <p:cNvSpPr txBox="1"/>
          <p:nvPr/>
        </p:nvSpPr>
        <p:spPr>
          <a:xfrm>
            <a:off x="9518904" y="4261104"/>
            <a:ext cx="1783080" cy="548640"/>
          </a:xfrm>
          <a:prstGeom prst="rect">
            <a:avLst/>
          </a:prstGeom>
          <a:noFill/>
          <a:ln/>
        </p:spPr>
        <p:txBody>
          <a:bodyPr wrap="square" lIns="0" tIns="0" rIns="0" bIns="0" rtlCol="0" anchor="ctr"/>
          <a:lstStyle/>
          <a:p>
            <a:pPr indent="0" marL="0">
              <a:buNone/>
            </a:pPr>
            <a:r>
              <a:rPr lang="en-US" sz="3600" b="1" dirty="0">
                <a:solidFill>
                  <a:srgbClr val="C9AEE0"/>
                </a:solidFill>
                <a:latin typeface="Cambria" pitchFamily="34" charset="0"/>
                <a:ea typeface="Cambria" pitchFamily="34" charset="-122"/>
                <a:cs typeface="Cambria" pitchFamily="34" charset="-120"/>
              </a:rPr>
              <a:t>0 of 4</a:t>
            </a:r>
            <a:endParaRPr lang="en-US" sz="3600" dirty="0"/>
          </a:p>
        </p:txBody>
      </p:sp>
      <p:sp>
        <p:nvSpPr>
          <p:cNvPr id="21" name="Text 19"/>
          <p:cNvSpPr txBox="1"/>
          <p:nvPr/>
        </p:nvSpPr>
        <p:spPr>
          <a:xfrm>
            <a:off x="951890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Cadence logged</a:t>
            </a:r>
            <a:endParaRPr lang="en-US" sz="1300" dirty="0"/>
          </a:p>
        </p:txBody>
      </p:sp>
      <p:sp>
        <p:nvSpPr>
          <p:cNvPr id="22" name="Shape 20"/>
          <p:cNvSpPr/>
          <p:nvPr/>
        </p:nvSpPr>
        <p:spPr>
          <a:xfrm>
            <a:off x="9244584" y="4370832"/>
            <a:ext cx="9144" cy="694944"/>
          </a:xfrm>
          <a:prstGeom prst="rect">
            <a:avLst/>
          </a:prstGeom>
          <a:solidFill>
            <a:srgbClr val="2C5A78"/>
          </a:solidFill>
          <a:ln/>
        </p:spPr>
      </p:sp>
      <p:sp>
        <p:nvSpPr>
          <p:cNvPr id="23" name="Shape 21"/>
          <p:cNvSpPr/>
          <p:nvPr/>
        </p:nvSpPr>
        <p:spPr>
          <a:xfrm>
            <a:off x="868680" y="5577840"/>
            <a:ext cx="10469880" cy="859536"/>
          </a:xfrm>
          <a:prstGeom prst="roundRect">
            <a:avLst>
              <a:gd name="adj" fmla="val 5319"/>
            </a:avLst>
          </a:prstGeom>
          <a:solidFill>
            <a:srgbClr val="FFFFFF"/>
          </a:solidFill>
          <a:ln/>
        </p:spPr>
      </p:sp>
      <p:pic>
        <p:nvPicPr>
          <p:cNvPr id="24"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5"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6"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7"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8"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Nine-product audit cycle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three · weekly cycle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Feedback posted on six: B4, B6, S4, S6, Satin Fitted, SS-S4. Cooling Sheets 4-PC drafted today. Bamboo Fitted and Cooling Fitted not posted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6E4A0F"/>
                          </a:solidFill>
                          <a:latin typeface="Calibri" pitchFamily="34" charset="0"/>
                          <a:ea typeface="Calibri" pitchFamily="34" charset="-122"/>
                          <a:cs typeface="Calibri" pitchFamily="34" charset="-120"/>
                        </a:rPr>
                        <a:t>6 of 9</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Engine corrections &amp; feedback</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Joseph with PPC review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today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Done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Bamboo ranking push (B4, B6)</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with Joseph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Plans final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Process deliverables</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 one-off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ad-type plan and frameworks over the weekend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Ranking plan sent 1 Oct as agreed. Ad-type plan (Bamboo first) and frameworks for the other products due 3–4 Oct. SB, SBV and SD built but held for creative, so the 1 Oct API launch did not happen</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6E4A0F"/>
                          </a:solidFill>
                          <a:latin typeface="Calibri" pitchFamily="34" charset="0"/>
                          <a:ea typeface="Calibri" pitchFamily="34" charset="-122"/>
                          <a:cs typeface="Calibri" pitchFamily="34" charset="-120"/>
                        </a:rPr>
                        <a:t>Moved to weekend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CooLinens Pillowcase launch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 one-off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PPC launch strategy delivered Monday 28 Sep for the launch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Launch plan shared the same day. PAT additions asked of Shayan 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Done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Cadence &amp; daily oversight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owners · daily · P1</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spend check on the top 20% of campaigns, Tuesday to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huddles ran. No spend-check or change-log records posted. Monday meeting dropped; two Joseph calls cancelled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9C3D31"/>
                          </a:solidFill>
                          <a:latin typeface="Calibri" pitchFamily="34" charset="0"/>
                          <a:ea typeface="Calibri" pitchFamily="34" charset="-122"/>
                          <a:cs typeface="Calibri" pitchFamily="34" charset="-120"/>
                        </a:rPr>
                        <a:t>0 of 4 logged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AE9E6"/>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18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Bamboo Fitted audit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Cooling Fitted audit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Cooling Sheets 4-PC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Prime Big Deal Days</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N — new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Bamboo ranking push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with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 · reads 10–14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N — new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Audit cycle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Close Bamboo Fitted, Cooling Fitted and Cooling Sheets 4-PC, then run the next cycle on all nine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Sep 28</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Engine register</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Move the register to changed-findings-only and get Section 7, Q1 and Q3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Oct 2</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Other campaign types</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Send the ad-type plan for Bamboo and the frameworks for the other products (agreed on the 30 Sep call), brief creative for the held SB, SBV and SD campaigns, then launch them through the API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Plan Oct 3–4 · launch TBC Mon</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Sep 30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Stabilisation proposal</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Oct 2</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Oversight &amp; onboarding</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Log the daily spend checks, and run Ivan's first full week with EOD outputs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 Oct 5</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Y — since Sep 29</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   ·   The Monday meeting was dropped and two Joseph calls were cancelled; Tuesday and Friday are the standing slots.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Ivan</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Onboarding · from 2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Foundation on catalog, products and process. EOD output daily: done, next, blockers, questions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EOD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2026-10-02T13:24:24Z</dcterms:created>
  <dcterms:modified xsi:type="dcterms:W3CDTF">2026-10-02T13:24:24Z</dcterms:modified>
</cp:coreProperties>
</file>